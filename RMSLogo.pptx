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9"/>
    <p:restoredTop sz="94640"/>
  </p:normalViewPr>
  <p:slideViewPr>
    <p:cSldViewPr snapToGrid="0" snapToObjects="1">
      <p:cViewPr varScale="1">
        <p:scale>
          <a:sx n="87" d="100"/>
          <a:sy n="87" d="100"/>
        </p:scale>
        <p:origin x="2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08AE1-2926-DD48-B21A-259BA98A01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77BC52-3FB8-244B-95FC-38ACA66B41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8B66F-EA52-1E4D-884C-BFBE983AF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5E71-2E0C-6643-AC04-BD59FD0D43F5}" type="datetimeFigureOut">
              <a:rPr lang="de-DE" smtClean="0"/>
              <a:t>18.02.19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E0A5D-D087-3F46-9428-42F8F2A21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21904-9678-2544-92F0-6D13A281F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B313D-3FA0-714E-AC00-A97B367CF4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0747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DFAE6-4918-8540-AB05-5B3342FE7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3E144-4546-5A44-B5C6-A5A996E42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5A32A-F95C-864B-A4BF-8D483D4FF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5E71-2E0C-6643-AC04-BD59FD0D43F5}" type="datetimeFigureOut">
              <a:rPr lang="de-DE" smtClean="0"/>
              <a:t>18.02.19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B194F-82F2-854B-87FA-7F9727014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C2BC9-CB82-5641-9E6E-E5E59A654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B313D-3FA0-714E-AC00-A97B367CF4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1665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03478-A814-0A43-88A1-FC8F4DB47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DE90E-A333-BC4B-A250-C590E93A5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1ABB2-0FDF-7142-90AA-7D555D17F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5E71-2E0C-6643-AC04-BD59FD0D43F5}" type="datetimeFigureOut">
              <a:rPr lang="de-DE" smtClean="0"/>
              <a:t>18.02.19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9B13-71D0-8D4D-B111-4C437C047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E5CBA-7457-DC41-937B-E54F863D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B313D-3FA0-714E-AC00-A97B367CF4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61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918B6-3DBC-A849-942F-D6E30516E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8B5FE-070F-6B4E-9F03-0E62F0AC2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05AFF8-A038-3F42-B0D8-3AA5BBC3C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9E6E7-08AB-B147-B59A-50A2207CD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5E71-2E0C-6643-AC04-BD59FD0D43F5}" type="datetimeFigureOut">
              <a:rPr lang="de-DE" smtClean="0"/>
              <a:t>18.02.19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7918C-47C1-104F-9C85-08ECEA65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90D43-820B-FF45-A45D-DCDEBE2DF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B313D-3FA0-714E-AC00-A97B367CF4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5421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BECC-AB8C-F44B-B9D6-2A94C2E69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65FCE-E361-5E4C-A95E-0D367C1B7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D04672-51BF-C84F-B772-CBDE6D8AC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2A4B62-F229-B044-95F5-39AE916438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442CE5-BC77-3C49-874B-371140A6EF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9B431E-AC01-B24B-B468-CF06DF21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5E71-2E0C-6643-AC04-BD59FD0D43F5}" type="datetimeFigureOut">
              <a:rPr lang="de-DE" smtClean="0"/>
              <a:t>18.02.19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ED17D-E7C9-6848-9B64-CC95671A8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E9E1F7-439B-0648-9BE8-DAF46BDA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B313D-3FA0-714E-AC00-A97B367CF4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1068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EFDC-6351-424E-A4AE-AFF9C4683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56FA2-590D-E345-BBCE-6887A5F90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5E71-2E0C-6643-AC04-BD59FD0D43F5}" type="datetimeFigureOut">
              <a:rPr lang="de-DE" smtClean="0"/>
              <a:t>18.02.19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2A74E-A3A3-2840-A123-7444504B6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B7EC03-7586-584A-B465-35C46CB5D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B313D-3FA0-714E-AC00-A97B367CF4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8962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BB3FF2-22FE-3D4F-8DCC-BE7C8DE0F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5E71-2E0C-6643-AC04-BD59FD0D43F5}" type="datetimeFigureOut">
              <a:rPr lang="de-DE" smtClean="0"/>
              <a:t>18.02.19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118F88-2FCE-E545-8C3A-59C4D1245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12C5C-AA63-3748-8D3D-C0FDD246A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B313D-3FA0-714E-AC00-A97B367CF4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154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DECD7-7095-C54A-87EA-4D909894F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DD247-3B8D-D74E-ADBB-40AD11C3C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FBE4C4-28D6-6C4A-8779-956B2DEF2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A4FAB6-E1C5-3C40-92CB-7080FFA5E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5E71-2E0C-6643-AC04-BD59FD0D43F5}" type="datetimeFigureOut">
              <a:rPr lang="de-DE" smtClean="0"/>
              <a:t>18.02.19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19BFF-EBA5-A646-9C32-82CCC4763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018E1-5C32-8A41-B2EC-274E9DB81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B313D-3FA0-714E-AC00-A97B367CF4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2881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EA4D9-12F7-5941-8860-E3890DB9F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C8A0F-3B6C-1B43-8D43-FE43F40291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4DA6C-CB12-B047-8548-684B6598B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0D2B6-F37B-BE4F-8CBF-798B86E56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5E71-2E0C-6643-AC04-BD59FD0D43F5}" type="datetimeFigureOut">
              <a:rPr lang="de-DE" smtClean="0"/>
              <a:t>18.02.19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A411B-A260-E748-8CA4-054DB9E77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FED32-9CEB-E44F-BA0D-E828B349F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B313D-3FA0-714E-AC00-A97B367CF4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3347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08B8A-B851-3B49-B52C-50928920B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36CDFD-C693-5748-996C-6CB0B730F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7D22B-27FF-B34A-A319-444C21E1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5E71-2E0C-6643-AC04-BD59FD0D43F5}" type="datetimeFigureOut">
              <a:rPr lang="de-DE" smtClean="0"/>
              <a:t>18.02.19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67AE7-CD80-8448-A7EA-623C3E85B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FCE51-DA90-9D4C-BA7F-2103CFCBA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B313D-3FA0-714E-AC00-A97B367CF4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0575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9C88A3-641D-3F45-80EA-058B4F451F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E3AA4-9571-2744-BE05-B31AFFE76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05AC2-7F8D-1B47-BA70-6A8A1589B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5E71-2E0C-6643-AC04-BD59FD0D43F5}" type="datetimeFigureOut">
              <a:rPr lang="de-DE" smtClean="0"/>
              <a:t>18.02.19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B2D6E-534B-064E-AB7D-2A76C430D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A9CBC-AD09-9943-A029-880339DCF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B313D-3FA0-714E-AC00-A97B367CF4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193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5CDBBA-9BCC-034D-BFFF-752834BB7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172A4-4ACA-8946-A6CE-D8CCAE8A1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6BAFC-B59C-7E41-AFA3-D22E363B0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A5E71-2E0C-6643-AC04-BD59FD0D43F5}" type="datetimeFigureOut">
              <a:rPr lang="de-DE" smtClean="0"/>
              <a:t>18.02.19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20967-C3CE-DE4A-B5F0-EA1A0CB21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7F4FF-9115-CD45-818C-2F512CFC5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B313D-3FA0-714E-AC00-A97B367CF44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340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B33A7-1737-814F-A683-D448F0DF5D7A}"/>
              </a:ext>
            </a:extLst>
          </p:cNvPr>
          <p:cNvGrpSpPr>
            <a:grpSpLocks noChangeAspect="1"/>
          </p:cNvGrpSpPr>
          <p:nvPr/>
        </p:nvGrpSpPr>
        <p:grpSpPr>
          <a:xfrm>
            <a:off x="1" y="392359"/>
            <a:ext cx="3595606" cy="2908780"/>
            <a:chOff x="493441" y="1695315"/>
            <a:chExt cx="1305608" cy="1056213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16261BE-81DF-B543-BF58-F0396CFAE72B}"/>
                </a:ext>
              </a:extLst>
            </p:cNvPr>
            <p:cNvSpPr/>
            <p:nvPr/>
          </p:nvSpPr>
          <p:spPr>
            <a:xfrm>
              <a:off x="591668" y="1695315"/>
              <a:ext cx="1207381" cy="1056213"/>
            </a:xfrm>
            <a:custGeom>
              <a:avLst/>
              <a:gdLst>
                <a:gd name="connsiteX0" fmla="*/ 0 w 737419"/>
                <a:gd name="connsiteY0" fmla="*/ 899652 h 1056213"/>
                <a:gd name="connsiteX1" fmla="*/ 103239 w 737419"/>
                <a:gd name="connsiteY1" fmla="*/ 722671 h 1056213"/>
                <a:gd name="connsiteX2" fmla="*/ 471948 w 737419"/>
                <a:gd name="connsiteY2" fmla="*/ 1047135 h 1056213"/>
                <a:gd name="connsiteX3" fmla="*/ 575187 w 737419"/>
                <a:gd name="connsiteY3" fmla="*/ 294968 h 1056213"/>
                <a:gd name="connsiteX4" fmla="*/ 737419 w 737419"/>
                <a:gd name="connsiteY4" fmla="*/ 0 h 1056213"/>
                <a:gd name="connsiteX5" fmla="*/ 737419 w 737419"/>
                <a:gd name="connsiteY5" fmla="*/ 0 h 1056213"/>
                <a:gd name="connsiteX6" fmla="*/ 737419 w 737419"/>
                <a:gd name="connsiteY6" fmla="*/ 0 h 1056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419" h="1056213">
                  <a:moveTo>
                    <a:pt x="0" y="899652"/>
                  </a:moveTo>
                  <a:cubicBezTo>
                    <a:pt x="12290" y="798871"/>
                    <a:pt x="24581" y="698091"/>
                    <a:pt x="103239" y="722671"/>
                  </a:cubicBezTo>
                  <a:cubicBezTo>
                    <a:pt x="181897" y="747251"/>
                    <a:pt x="393290" y="1118419"/>
                    <a:pt x="471948" y="1047135"/>
                  </a:cubicBezTo>
                  <a:cubicBezTo>
                    <a:pt x="550606" y="975851"/>
                    <a:pt x="530942" y="469490"/>
                    <a:pt x="575187" y="294968"/>
                  </a:cubicBezTo>
                  <a:cubicBezTo>
                    <a:pt x="619432" y="120446"/>
                    <a:pt x="737419" y="0"/>
                    <a:pt x="737419" y="0"/>
                  </a:cubicBezTo>
                  <a:lnTo>
                    <a:pt x="737419" y="0"/>
                  </a:lnTo>
                  <a:lnTo>
                    <a:pt x="737419" y="0"/>
                  </a:lnTo>
                </a:path>
              </a:pathLst>
            </a:custGeom>
            <a:noFill/>
            <a:ln w="76200" cap="rnd">
              <a:gradFill>
                <a:gsLst>
                  <a:gs pos="0">
                    <a:schemeClr val="accent2"/>
                  </a:gs>
                  <a:gs pos="100000">
                    <a:schemeClr val="tx1"/>
                  </a:gs>
                </a:gsLst>
                <a:lin ang="5400000" scaled="1"/>
              </a:gradFill>
              <a:miter lim="800000"/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609E9A-6133-1546-8291-F02D84E1B2A1}"/>
                </a:ext>
              </a:extLst>
            </p:cNvPr>
            <p:cNvSpPr txBox="1"/>
            <p:nvPr/>
          </p:nvSpPr>
          <p:spPr>
            <a:xfrm>
              <a:off x="493441" y="1983143"/>
              <a:ext cx="996038" cy="480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8000" dirty="0">
                  <a:latin typeface="Segoe Script" panose="020B0804020000000003" pitchFamily="34" charset="0"/>
                  <a:cs typeface="Jokerman" panose="020F0502020204030204" pitchFamily="34" charset="0"/>
                </a:rPr>
                <a:t>RMS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7587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28000">
              <a:schemeClr val="accent2"/>
            </a:gs>
            <a:gs pos="10000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B33A7-1737-814F-A683-D448F0DF5D7A}"/>
              </a:ext>
            </a:extLst>
          </p:cNvPr>
          <p:cNvGrpSpPr>
            <a:grpSpLocks noChangeAspect="1"/>
          </p:cNvGrpSpPr>
          <p:nvPr/>
        </p:nvGrpSpPr>
        <p:grpSpPr>
          <a:xfrm>
            <a:off x="4298197" y="86818"/>
            <a:ext cx="3595606" cy="2908780"/>
            <a:chOff x="493441" y="1695315"/>
            <a:chExt cx="1305608" cy="1056213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16261BE-81DF-B543-BF58-F0396CFAE72B}"/>
                </a:ext>
              </a:extLst>
            </p:cNvPr>
            <p:cNvSpPr/>
            <p:nvPr/>
          </p:nvSpPr>
          <p:spPr>
            <a:xfrm>
              <a:off x="591668" y="1695315"/>
              <a:ext cx="1207381" cy="1056213"/>
            </a:xfrm>
            <a:custGeom>
              <a:avLst/>
              <a:gdLst>
                <a:gd name="connsiteX0" fmla="*/ 0 w 737419"/>
                <a:gd name="connsiteY0" fmla="*/ 899652 h 1056213"/>
                <a:gd name="connsiteX1" fmla="*/ 103239 w 737419"/>
                <a:gd name="connsiteY1" fmla="*/ 722671 h 1056213"/>
                <a:gd name="connsiteX2" fmla="*/ 471948 w 737419"/>
                <a:gd name="connsiteY2" fmla="*/ 1047135 h 1056213"/>
                <a:gd name="connsiteX3" fmla="*/ 575187 w 737419"/>
                <a:gd name="connsiteY3" fmla="*/ 294968 h 1056213"/>
                <a:gd name="connsiteX4" fmla="*/ 737419 w 737419"/>
                <a:gd name="connsiteY4" fmla="*/ 0 h 1056213"/>
                <a:gd name="connsiteX5" fmla="*/ 737419 w 737419"/>
                <a:gd name="connsiteY5" fmla="*/ 0 h 1056213"/>
                <a:gd name="connsiteX6" fmla="*/ 737419 w 737419"/>
                <a:gd name="connsiteY6" fmla="*/ 0 h 1056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419" h="1056213">
                  <a:moveTo>
                    <a:pt x="0" y="899652"/>
                  </a:moveTo>
                  <a:cubicBezTo>
                    <a:pt x="12290" y="798871"/>
                    <a:pt x="24581" y="698091"/>
                    <a:pt x="103239" y="722671"/>
                  </a:cubicBezTo>
                  <a:cubicBezTo>
                    <a:pt x="181897" y="747251"/>
                    <a:pt x="393290" y="1118419"/>
                    <a:pt x="471948" y="1047135"/>
                  </a:cubicBezTo>
                  <a:cubicBezTo>
                    <a:pt x="550606" y="975851"/>
                    <a:pt x="530942" y="469490"/>
                    <a:pt x="575187" y="294968"/>
                  </a:cubicBezTo>
                  <a:cubicBezTo>
                    <a:pt x="619432" y="120446"/>
                    <a:pt x="737419" y="0"/>
                    <a:pt x="737419" y="0"/>
                  </a:cubicBezTo>
                  <a:lnTo>
                    <a:pt x="737419" y="0"/>
                  </a:lnTo>
                  <a:lnTo>
                    <a:pt x="737419" y="0"/>
                  </a:lnTo>
                </a:path>
              </a:pathLst>
            </a:custGeom>
            <a:noFill/>
            <a:ln w="76200" cap="rnd">
              <a:gradFill>
                <a:gsLst>
                  <a:gs pos="0">
                    <a:schemeClr val="accent2"/>
                  </a:gs>
                  <a:gs pos="100000">
                    <a:schemeClr val="tx1"/>
                  </a:gs>
                </a:gsLst>
                <a:lin ang="5400000" scaled="1"/>
              </a:gradFill>
              <a:miter lim="800000"/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609E9A-6133-1546-8291-F02D84E1B2A1}"/>
                </a:ext>
              </a:extLst>
            </p:cNvPr>
            <p:cNvSpPr txBox="1"/>
            <p:nvPr/>
          </p:nvSpPr>
          <p:spPr>
            <a:xfrm>
              <a:off x="493441" y="1983143"/>
              <a:ext cx="996038" cy="480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8000" dirty="0">
                  <a:latin typeface="Segoe Script" panose="020B0804020000000003" pitchFamily="34" charset="0"/>
                  <a:cs typeface="Jokerman" panose="020F0502020204030204" pitchFamily="34" charset="0"/>
                </a:rPr>
                <a:t>RMS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D26AB05-8F8B-8848-9444-EA222C9CE4F1}"/>
              </a:ext>
            </a:extLst>
          </p:cNvPr>
          <p:cNvSpPr txBox="1"/>
          <p:nvPr/>
        </p:nvSpPr>
        <p:spPr>
          <a:xfrm>
            <a:off x="0" y="3326603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latin typeface="Segoe Script" panose="020B0804020000000003" pitchFamily="34" charset="0"/>
              </a:rPr>
              <a:t>Studio Beta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323783-1395-2C40-9BF9-D1599A86BFF9}"/>
              </a:ext>
            </a:extLst>
          </p:cNvPr>
          <p:cNvSpPr txBox="1"/>
          <p:nvPr/>
        </p:nvSpPr>
        <p:spPr>
          <a:xfrm>
            <a:off x="-1" y="493894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solidFill>
                  <a:schemeClr val="bg1"/>
                </a:solidFill>
                <a:latin typeface="Segoe Print" panose="02000800000000000000" pitchFamily="2" charset="0"/>
              </a:rPr>
              <a:t>Copyright Alberto De Luca, 2019, </a:t>
            </a:r>
            <a:r>
              <a:rPr lang="de-DE" sz="1600" dirty="0" err="1">
                <a:solidFill>
                  <a:schemeClr val="bg1"/>
                </a:solidFill>
                <a:latin typeface="Segoe Print" panose="02000800000000000000" pitchFamily="2" charset="0"/>
              </a:rPr>
              <a:t>alberto@isi.uu.nl</a:t>
            </a:r>
            <a:endParaRPr lang="de-DE" sz="1600" dirty="0">
              <a:solidFill>
                <a:schemeClr val="bg1"/>
              </a:solidFill>
              <a:latin typeface="Segoe Print" panose="02000800000000000000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3B48702-AAE1-CA42-9E90-99B636B338F5}"/>
              </a:ext>
            </a:extLst>
          </p:cNvPr>
          <p:cNvGrpSpPr>
            <a:grpSpLocks noChangeAspect="1"/>
          </p:cNvGrpSpPr>
          <p:nvPr/>
        </p:nvGrpSpPr>
        <p:grpSpPr>
          <a:xfrm>
            <a:off x="3938675" y="5431897"/>
            <a:ext cx="4314649" cy="2359697"/>
            <a:chOff x="23281840" y="4186479"/>
            <a:chExt cx="6687365" cy="2219503"/>
          </a:xfrm>
        </p:grpSpPr>
        <p:pic>
          <p:nvPicPr>
            <p:cNvPr id="8" name="Picture 7" descr="F:\Work\Images\PROVIDI_banner.png">
              <a:extLst>
                <a:ext uri="{FF2B5EF4-FFF2-40B4-BE49-F238E27FC236}">
                  <a16:creationId xmlns:a16="http://schemas.microsoft.com/office/drawing/2014/main" id="{01FFBCE8-4825-9D40-B6C5-641DDE5A06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281840" y="4186479"/>
              <a:ext cx="6687365" cy="122253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 w="12700">
              <a:solidFill>
                <a:schemeClr val="tx1"/>
              </a:solidFill>
            </a:ln>
            <a:effectLst/>
            <a:extLst/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92FA601-D64C-B34C-BB9A-374691C2D8F6}"/>
                </a:ext>
              </a:extLst>
            </p:cNvPr>
            <p:cNvSpPr/>
            <p:nvPr/>
          </p:nvSpPr>
          <p:spPr>
            <a:xfrm>
              <a:off x="25671015" y="4480565"/>
              <a:ext cx="829296" cy="480614"/>
            </a:xfrm>
            <a:prstGeom prst="rect">
              <a:avLst/>
            </a:prstGeom>
            <a:solidFill>
              <a:schemeClr val="tx1">
                <a:alpha val="61000"/>
              </a:scheme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015276" rtl="0" eaLnBrk="1" latinLnBrk="0" hangingPunct="1">
                <a:defRPr sz="788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2007637" algn="l" defTabSz="4015276" rtl="0" eaLnBrk="1" latinLnBrk="0" hangingPunct="1">
                <a:defRPr sz="788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4015276" algn="l" defTabSz="4015276" rtl="0" eaLnBrk="1" latinLnBrk="0" hangingPunct="1">
                <a:defRPr sz="788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6022910" algn="l" defTabSz="4015276" rtl="0" eaLnBrk="1" latinLnBrk="0" hangingPunct="1">
                <a:defRPr sz="788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8030547" algn="l" defTabSz="4015276" rtl="0" eaLnBrk="1" latinLnBrk="0" hangingPunct="1">
                <a:defRPr sz="788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0038188" algn="l" defTabSz="4015276" rtl="0" eaLnBrk="1" latinLnBrk="0" hangingPunct="1">
                <a:defRPr sz="788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2045821" algn="l" defTabSz="4015276" rtl="0" eaLnBrk="1" latinLnBrk="0" hangingPunct="1">
                <a:defRPr sz="788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4053458" algn="l" defTabSz="4015276" rtl="0" eaLnBrk="1" latinLnBrk="0" hangingPunct="1">
                <a:defRPr sz="788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6061097" algn="l" defTabSz="4015276" rtl="0" eaLnBrk="1" latinLnBrk="0" hangingPunct="1">
                <a:defRPr sz="788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5345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B3779CC-14E9-694D-AA2B-9EECB53ED2E1}"/>
                </a:ext>
              </a:extLst>
            </p:cNvPr>
            <p:cNvSpPr/>
            <p:nvPr/>
          </p:nvSpPr>
          <p:spPr>
            <a:xfrm>
              <a:off x="23390214" y="4369636"/>
              <a:ext cx="2369701" cy="591543"/>
            </a:xfrm>
            <a:prstGeom prst="rect">
              <a:avLst/>
            </a:prstGeom>
            <a:solidFill>
              <a:schemeClr val="tx1">
                <a:alpha val="61000"/>
              </a:scheme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015276" rtl="0" eaLnBrk="1" latinLnBrk="0" hangingPunct="1">
                <a:defRPr sz="788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2007637" algn="l" defTabSz="4015276" rtl="0" eaLnBrk="1" latinLnBrk="0" hangingPunct="1">
                <a:defRPr sz="788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4015276" algn="l" defTabSz="4015276" rtl="0" eaLnBrk="1" latinLnBrk="0" hangingPunct="1">
                <a:defRPr sz="788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6022910" algn="l" defTabSz="4015276" rtl="0" eaLnBrk="1" latinLnBrk="0" hangingPunct="1">
                <a:defRPr sz="788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8030547" algn="l" defTabSz="4015276" rtl="0" eaLnBrk="1" latinLnBrk="0" hangingPunct="1">
                <a:defRPr sz="788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0038188" algn="l" defTabSz="4015276" rtl="0" eaLnBrk="1" latinLnBrk="0" hangingPunct="1">
                <a:defRPr sz="788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2045821" algn="l" defTabSz="4015276" rtl="0" eaLnBrk="1" latinLnBrk="0" hangingPunct="1">
                <a:defRPr sz="788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4053458" algn="l" defTabSz="4015276" rtl="0" eaLnBrk="1" latinLnBrk="0" hangingPunct="1">
                <a:defRPr sz="788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6061097" algn="l" defTabSz="4015276" rtl="0" eaLnBrk="1" latinLnBrk="0" hangingPunct="1">
                <a:defRPr sz="788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5345"/>
            </a:p>
          </p:txBody>
        </p:sp>
        <p:sp>
          <p:nvSpPr>
            <p:cNvPr id="12" name="TextBox 82">
              <a:extLst>
                <a:ext uri="{FF2B5EF4-FFF2-40B4-BE49-F238E27FC236}">
                  <a16:creationId xmlns:a16="http://schemas.microsoft.com/office/drawing/2014/main" id="{CCE929B2-BE40-3247-BC47-F992B4AFC21B}"/>
                </a:ext>
              </a:extLst>
            </p:cNvPr>
            <p:cNvSpPr txBox="1"/>
            <p:nvPr/>
          </p:nvSpPr>
          <p:spPr>
            <a:xfrm>
              <a:off x="23377093" y="4186479"/>
              <a:ext cx="6297239" cy="22195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015276" rtl="0" eaLnBrk="1" latinLnBrk="0" hangingPunct="1">
                <a:defRPr sz="78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007637" algn="l" defTabSz="4015276" rtl="0" eaLnBrk="1" latinLnBrk="0" hangingPunct="1">
                <a:defRPr sz="78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4015276" algn="l" defTabSz="4015276" rtl="0" eaLnBrk="1" latinLnBrk="0" hangingPunct="1">
                <a:defRPr sz="78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022910" algn="l" defTabSz="4015276" rtl="0" eaLnBrk="1" latinLnBrk="0" hangingPunct="1">
                <a:defRPr sz="78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030547" algn="l" defTabSz="4015276" rtl="0" eaLnBrk="1" latinLnBrk="0" hangingPunct="1">
                <a:defRPr sz="78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038188" algn="l" defTabSz="4015276" rtl="0" eaLnBrk="1" latinLnBrk="0" hangingPunct="1">
                <a:defRPr sz="78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045821" algn="l" defTabSz="4015276" rtl="0" eaLnBrk="1" latinLnBrk="0" hangingPunct="1">
                <a:defRPr sz="78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053458" algn="l" defTabSz="4015276" rtl="0" eaLnBrk="1" latinLnBrk="0" hangingPunct="1">
                <a:defRPr sz="78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61097" algn="l" defTabSz="4015276" rtl="0" eaLnBrk="1" latinLnBrk="0" hangingPunct="1">
                <a:defRPr sz="78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b="1" dirty="0">
                  <a:solidFill>
                    <a:schemeClr val="bg1"/>
                  </a:solidFill>
                  <a:effectLst>
                    <a:outerShdw blurRad="215900" algn="ctr" rotWithShape="0">
                      <a:prstClr val="black"/>
                    </a:outerShdw>
                  </a:effectLst>
                </a:rPr>
                <a:t>PROVIDI </a:t>
              </a:r>
              <a:r>
                <a:rPr lang="en-US" sz="1800" b="1" dirty="0">
                  <a:solidFill>
                    <a:schemeClr val="bg1"/>
                  </a:solidFill>
                  <a:effectLst>
                    <a:outerShdw blurRad="215900" algn="ctr" rotWithShape="0">
                      <a:prstClr val="black"/>
                    </a:outerShdw>
                  </a:effectLst>
                </a:rPr>
                <a:t>Lab</a:t>
              </a:r>
            </a:p>
            <a:p>
              <a:r>
                <a:rPr lang="en-US" sz="1400" b="1" dirty="0">
                  <a:solidFill>
                    <a:schemeClr val="bg1"/>
                  </a:solidFill>
                  <a:effectLst>
                    <a:outerShdw blurRad="292100" algn="ctr" rotWithShape="0">
                      <a:prstClr val="black"/>
                    </a:outerShdw>
                  </a:effectLst>
                </a:rPr>
                <a:t>PRO</a:t>
              </a:r>
              <a:r>
                <a:rPr lang="en-US" sz="1400" dirty="0">
                  <a:solidFill>
                    <a:schemeClr val="bg1"/>
                  </a:solidFill>
                  <a:effectLst>
                    <a:outerShdw blurRad="292100" algn="ctr" rotWithShape="0">
                      <a:prstClr val="black"/>
                    </a:outerShdw>
                  </a:effectLst>
                </a:rPr>
                <a:t>cessing &amp;</a:t>
              </a:r>
              <a:r>
                <a:rPr lang="en-US" sz="1400" b="1" dirty="0">
                  <a:solidFill>
                    <a:schemeClr val="bg1"/>
                  </a:solidFill>
                  <a:effectLst>
                    <a:outerShdw blurRad="292100" algn="ctr" rotWithShape="0">
                      <a:prstClr val="black"/>
                    </a:outerShdw>
                  </a:effectLst>
                </a:rPr>
                <a:t> VI</a:t>
              </a:r>
              <a:r>
                <a:rPr lang="en-US" sz="1400" dirty="0">
                  <a:solidFill>
                    <a:schemeClr val="bg1"/>
                  </a:solidFill>
                  <a:effectLst>
                    <a:outerShdw blurRad="292100" algn="ctr" rotWithShape="0">
                      <a:prstClr val="black"/>
                    </a:outerShdw>
                  </a:effectLst>
                </a:rPr>
                <a:t>sualization in </a:t>
              </a:r>
              <a:r>
                <a:rPr lang="en-US" sz="1400" b="1" dirty="0">
                  <a:solidFill>
                    <a:schemeClr val="bg1"/>
                  </a:solidFill>
                  <a:effectLst>
                    <a:outerShdw blurRad="292100" algn="ctr" rotWithShape="0">
                      <a:prstClr val="black"/>
                    </a:outerShdw>
                  </a:effectLst>
                </a:rPr>
                <a:t>D</a:t>
              </a:r>
              <a:r>
                <a:rPr lang="en-US" sz="1400" dirty="0">
                  <a:solidFill>
                    <a:schemeClr val="bg1"/>
                  </a:solidFill>
                  <a:effectLst>
                    <a:outerShdw blurRad="292100" algn="ctr" rotWithShape="0">
                      <a:prstClr val="black"/>
                    </a:outerShdw>
                  </a:effectLst>
                </a:rPr>
                <a:t>iffusion</a:t>
              </a:r>
              <a:r>
                <a:rPr lang="en-US" sz="1400" b="1" dirty="0">
                  <a:solidFill>
                    <a:schemeClr val="bg1"/>
                  </a:solidFill>
                  <a:effectLst>
                    <a:outerShdw blurRad="292100" algn="ctr" rotWithShape="0">
                      <a:prstClr val="black"/>
                    </a:outerShdw>
                  </a:effectLst>
                </a:rPr>
                <a:t> I</a:t>
              </a:r>
              <a:r>
                <a:rPr lang="en-US" sz="1400" dirty="0">
                  <a:solidFill>
                    <a:schemeClr val="bg1"/>
                  </a:solidFill>
                  <a:effectLst>
                    <a:outerShdw blurRad="292100" algn="ctr" rotWithShape="0">
                      <a:prstClr val="black"/>
                    </a:outerShdw>
                  </a:effectLst>
                </a:rPr>
                <a:t>maging</a:t>
              </a:r>
              <a:r>
                <a:rPr lang="en-US" sz="1400" b="1" dirty="0">
                  <a:solidFill>
                    <a:schemeClr val="bg1"/>
                  </a:solidFill>
                  <a:effectLst>
                    <a:outerShdw blurRad="292100" algn="ctr" rotWithShape="0">
                      <a:prstClr val="black"/>
                    </a:outerShdw>
                  </a:effectLst>
                </a:rPr>
                <a:t> </a:t>
              </a:r>
              <a:endParaRPr lang="en-US" sz="1100" b="1" dirty="0">
                <a:solidFill>
                  <a:schemeClr val="bg1"/>
                </a:solidFill>
                <a:effectLst>
                  <a:outerShdw blurRad="292100" algn="ctr" rotWithShape="0">
                    <a:prstClr val="black"/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8262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</TotalTime>
  <Words>26</Words>
  <Application>Microsoft Macintosh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Segoe Print</vt:lpstr>
      <vt:lpstr>Segoe Script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office365</dc:creator>
  <cp:lastModifiedBy>office365</cp:lastModifiedBy>
  <cp:revision>6</cp:revision>
  <dcterms:created xsi:type="dcterms:W3CDTF">2019-02-17T15:47:52Z</dcterms:created>
  <dcterms:modified xsi:type="dcterms:W3CDTF">2019-02-18T10:42:58Z</dcterms:modified>
</cp:coreProperties>
</file>